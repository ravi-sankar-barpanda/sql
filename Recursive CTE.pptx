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6" r:id="rId6"/>
    <p:sldId id="260" r:id="rId7"/>
    <p:sldId id="261" r:id="rId8"/>
    <p:sldId id="265" r:id="rId9"/>
    <p:sldId id="264" r:id="rId10"/>
    <p:sldId id="268" r:id="rId11"/>
    <p:sldId id="267" r:id="rId12"/>
    <p:sldId id="262" r:id="rId13"/>
    <p:sldId id="263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52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81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91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11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90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56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6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12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962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29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18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7934E-D0E7-40EE-B53F-8486BAA02443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4C157-690A-4B7E-BBAD-43B0008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1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Recursive CTE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63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05" y="1497932"/>
            <a:ext cx="6989436" cy="26742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826" y="1497932"/>
            <a:ext cx="15525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0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81" y="1704975"/>
            <a:ext cx="6900788" cy="24338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258" y="1704975"/>
            <a:ext cx="1600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7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8" y="1844792"/>
            <a:ext cx="7236535" cy="2717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902" y="1844792"/>
            <a:ext cx="16859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54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17" y="1864042"/>
            <a:ext cx="8116455" cy="23133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154" y="1864042"/>
            <a:ext cx="159067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07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39" y="1647523"/>
            <a:ext cx="8125465" cy="21833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056" y="1647523"/>
            <a:ext cx="233362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8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03" y="1627721"/>
            <a:ext cx="9157944" cy="2369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766" y="1627721"/>
            <a:ext cx="23717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5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92" y="1440229"/>
            <a:ext cx="8774834" cy="2243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236" y="1440229"/>
            <a:ext cx="17240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1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13" y="1709937"/>
            <a:ext cx="8777625" cy="22364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283" y="1709937"/>
            <a:ext cx="15906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7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9" y="1435217"/>
            <a:ext cx="7681275" cy="2922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112" y="1435217"/>
            <a:ext cx="20097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33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9" y="1428048"/>
            <a:ext cx="8581874" cy="21739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852" y="1428048"/>
            <a:ext cx="220980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61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39" y="1488406"/>
            <a:ext cx="6938985" cy="29700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229" y="1488406"/>
            <a:ext cx="162877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3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41" y="2210353"/>
            <a:ext cx="8573579" cy="21402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9141" y="1382228"/>
            <a:ext cx="29432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8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845" y="1160195"/>
            <a:ext cx="8349498" cy="19102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401" y="3577891"/>
            <a:ext cx="38766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36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85" y="1289786"/>
            <a:ext cx="9571324" cy="1703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572" y="3531919"/>
            <a:ext cx="34861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62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30" y="1622207"/>
            <a:ext cx="10862170" cy="1804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890" y="3426594"/>
            <a:ext cx="29908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4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29" y="786012"/>
            <a:ext cx="9106891" cy="25058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902" y="3693393"/>
            <a:ext cx="23622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81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7" y="1117031"/>
            <a:ext cx="9703874" cy="20304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83" y="3712063"/>
            <a:ext cx="3082006" cy="246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55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01" y="1233537"/>
            <a:ext cx="9819613" cy="23278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868" y="3561347"/>
            <a:ext cx="26670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27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11" y="897957"/>
            <a:ext cx="6851817" cy="26922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654" y="3999748"/>
            <a:ext cx="2212730" cy="172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24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37" y="984483"/>
            <a:ext cx="6751652" cy="27116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00" y="4245543"/>
            <a:ext cx="229552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77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428" y="4216567"/>
            <a:ext cx="2282799" cy="16933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75" y="1192280"/>
            <a:ext cx="10593304" cy="240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90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1" y="1778718"/>
            <a:ext cx="6375267" cy="2899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380" y="1778718"/>
            <a:ext cx="21717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027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37" y="1085498"/>
            <a:ext cx="8346549" cy="2495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86" y="4269255"/>
            <a:ext cx="16954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37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2</Words>
  <Application>Microsoft Office PowerPoint</Application>
  <PresentationFormat>Widescreen</PresentationFormat>
  <Paragraphs>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Recursive CTE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Recursive CTE</dc:title>
  <dc:creator>user</dc:creator>
  <cp:lastModifiedBy>user</cp:lastModifiedBy>
  <cp:revision>23</cp:revision>
  <dcterms:created xsi:type="dcterms:W3CDTF">2026-04-02T10:14:57Z</dcterms:created>
  <dcterms:modified xsi:type="dcterms:W3CDTF">2026-04-02T19:04:41Z</dcterms:modified>
</cp:coreProperties>
</file>